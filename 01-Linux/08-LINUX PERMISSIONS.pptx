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2130B6D-CD26-4706-B70E-A80EF9854E66}">
          <p14:sldIdLst>
            <p14:sldId id="256"/>
            <p14:sldId id="257"/>
            <p14:sldId id="259"/>
            <p14:sldId id="260"/>
            <p14:sldId id="261"/>
            <p14:sldId id="262"/>
            <p14:sldId id="263"/>
            <p14:sldId id="264"/>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5/10/2024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5/10/2024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5/10/2024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LINUX PERMISSIONS</a:t>
            </a:r>
            <a:endParaRPr lang="en-IN" dirty="0"/>
          </a:p>
        </p:txBody>
      </p:sp>
      <p:sp>
        <p:nvSpPr>
          <p:cNvPr id="3" name="Subtitle 2"/>
          <p:cNvSpPr>
            <a:spLocks noGrp="1"/>
          </p:cNvSpPr>
          <p:nvPr>
            <p:ph type="subTitle" idx="1"/>
          </p:nvPr>
        </p:nvSpPr>
        <p:spPr/>
        <p:txBody>
          <a:bodyPr/>
          <a:lstStyle/>
          <a:p>
            <a:r>
              <a:rPr lang="en-US" dirty="0" smtClean="0"/>
              <a:t>Security ReLATED TOPIC</a:t>
            </a:r>
            <a:endParaRPr lang="en-IN" dirty="0"/>
          </a:p>
        </p:txBody>
      </p:sp>
    </p:spTree>
    <p:extLst>
      <p:ext uri="{BB962C8B-B14F-4D97-AF65-F5344CB8AC3E}">
        <p14:creationId xmlns:p14="http://schemas.microsoft.com/office/powerpoint/2010/main" val="1754657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need permissions?</a:t>
            </a:r>
            <a:endParaRPr lang="en-IN" dirty="0"/>
          </a:p>
        </p:txBody>
      </p:sp>
      <p:sp>
        <p:nvSpPr>
          <p:cNvPr id="3" name="Content Placeholder 2"/>
          <p:cNvSpPr>
            <a:spLocks noGrp="1"/>
          </p:cNvSpPr>
          <p:nvPr>
            <p:ph idx="1"/>
          </p:nvPr>
        </p:nvSpPr>
        <p:spPr/>
        <p:txBody>
          <a:bodyPr>
            <a:normAutofit lnSpcReduction="10000"/>
          </a:bodyPr>
          <a:lstStyle/>
          <a:p>
            <a:r>
              <a:rPr lang="en-US" b="1" dirty="0"/>
              <a:t>Foundation of Security</a:t>
            </a:r>
            <a:r>
              <a:rPr lang="en-US" dirty="0"/>
              <a:t>: File permissions and ownership form the foundation of security in Linux systems, controlling who can access, modify, or execute files and directories</a:t>
            </a:r>
            <a:r>
              <a:rPr lang="en-US" dirty="0" smtClean="0"/>
              <a:t>.</a:t>
            </a:r>
          </a:p>
          <a:p>
            <a:r>
              <a:rPr lang="en-US" b="1" dirty="0"/>
              <a:t>Access Control</a:t>
            </a:r>
            <a:r>
              <a:rPr lang="en-US" dirty="0"/>
              <a:t>: Understanding these concepts allows administrators to control access to sensitive data, ensuring that only authorized users or processes can interact with certain files.</a:t>
            </a:r>
          </a:p>
          <a:p>
            <a:r>
              <a:rPr lang="en-US" b="1" dirty="0"/>
              <a:t>Prevention of Unauthorized Access</a:t>
            </a:r>
            <a:r>
              <a:rPr lang="en-US" dirty="0"/>
              <a:t>: Properly configured permissions prevent unauthorized users from tampering with critical system files, reducing the risk of security breaches and data loss.</a:t>
            </a:r>
          </a:p>
          <a:p>
            <a:pPr marL="0" indent="0">
              <a:buNone/>
            </a:pPr>
            <a:endParaRPr lang="en-US" dirty="0"/>
          </a:p>
        </p:txBody>
      </p:sp>
    </p:spTree>
    <p:extLst>
      <p:ext uri="{BB962C8B-B14F-4D97-AF65-F5344CB8AC3E}">
        <p14:creationId xmlns:p14="http://schemas.microsoft.com/office/powerpoint/2010/main" val="469242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10194" y="1"/>
            <a:ext cx="11181806" cy="5632311"/>
          </a:xfrm>
          <a:prstGeom prst="rect">
            <a:avLst/>
          </a:prstGeom>
          <a:noFill/>
        </p:spPr>
        <p:txBody>
          <a:bodyPr wrap="square" rtlCol="0">
            <a:spAutoFit/>
          </a:bodyPr>
          <a:lstStyle/>
          <a:p>
            <a:endParaRPr lang="en-US" sz="2000" dirty="0" smtClean="0"/>
          </a:p>
          <a:p>
            <a:endParaRPr lang="en-US" sz="2000" dirty="0"/>
          </a:p>
          <a:p>
            <a:r>
              <a:rPr lang="en-US" sz="2000" dirty="0" smtClean="0"/>
              <a:t>1</a:t>
            </a:r>
            <a:r>
              <a:rPr lang="en-US" sz="2000" dirty="0"/>
              <a:t>)  </a:t>
            </a:r>
            <a:r>
              <a:rPr lang="en-US" sz="2000" b="1" dirty="0"/>
              <a:t>Three Sets of Permissions:</a:t>
            </a:r>
          </a:p>
          <a:p>
            <a:pPr marL="342900" indent="-342900">
              <a:buFont typeface="Arial" panose="020B0604020202020204" pitchFamily="34" charset="0"/>
              <a:buChar char="•"/>
            </a:pPr>
            <a:r>
              <a:rPr lang="en-US" sz="2000" dirty="0" smtClean="0"/>
              <a:t>Read (r): Allows the user to view the contents of a file or directory.</a:t>
            </a:r>
          </a:p>
          <a:p>
            <a:pPr marL="342900" indent="-342900">
              <a:buFont typeface="Arial" panose="020B0604020202020204" pitchFamily="34" charset="0"/>
              <a:buChar char="•"/>
            </a:pPr>
            <a:r>
              <a:rPr lang="en-US" sz="2000" dirty="0" smtClean="0"/>
              <a:t>Write (w): Permits the user to modify the contents of a file or directory, including creating, deleting, or renaming it.</a:t>
            </a:r>
          </a:p>
          <a:p>
            <a:pPr marL="342900" indent="-342900">
              <a:buFont typeface="Arial" panose="020B0604020202020204" pitchFamily="34" charset="0"/>
              <a:buChar char="•"/>
            </a:pPr>
            <a:r>
              <a:rPr lang="en-US" sz="2000" dirty="0" smtClean="0"/>
              <a:t>Execute (x): Grants the user permission to execute a file if it's a program or script, or traverse a directory if it's set on a directory.</a:t>
            </a:r>
          </a:p>
          <a:p>
            <a:r>
              <a:rPr lang="en-US" sz="2000" dirty="0" smtClean="0"/>
              <a:t>2</a:t>
            </a:r>
            <a:r>
              <a:rPr lang="en-US" sz="2000" dirty="0"/>
              <a:t>) </a:t>
            </a:r>
            <a:r>
              <a:rPr lang="en-US" sz="2000" b="1" dirty="0"/>
              <a:t>Representation for Owner, Group, and Others:</a:t>
            </a:r>
          </a:p>
          <a:p>
            <a:pPr marL="342900" indent="-342900">
              <a:buFont typeface="Arial" panose="020B0604020202020204" pitchFamily="34" charset="0"/>
              <a:buChar char="•"/>
            </a:pPr>
            <a:r>
              <a:rPr lang="en-US" sz="2000" dirty="0"/>
              <a:t>Permissions are represented in a sequence of three characters for each of the three categories: owner, group, and others.</a:t>
            </a:r>
          </a:p>
          <a:p>
            <a:pPr marL="342900" indent="-342900">
              <a:buFont typeface="Arial" panose="020B0604020202020204" pitchFamily="34" charset="0"/>
              <a:buChar char="•"/>
            </a:pPr>
            <a:r>
              <a:rPr lang="en-US" sz="2000" dirty="0"/>
              <a:t>The first three characters represent the permissions for the owner, the next three for the group, and the final three for others.</a:t>
            </a:r>
          </a:p>
          <a:p>
            <a:r>
              <a:rPr lang="en-US" sz="2000" dirty="0"/>
              <a:t>3) </a:t>
            </a:r>
            <a:r>
              <a:rPr lang="en-US" sz="2000" b="1" dirty="0"/>
              <a:t>Examples of Different Permission Configurations:</a:t>
            </a:r>
          </a:p>
          <a:p>
            <a:pPr marL="342900" indent="-342900">
              <a:buFont typeface="Arial" panose="020B0604020202020204" pitchFamily="34" charset="0"/>
              <a:buChar char="•"/>
            </a:pPr>
            <a:r>
              <a:rPr lang="en-US" sz="2000" dirty="0"/>
              <a:t>For instance, rwxr-</a:t>
            </a:r>
            <a:r>
              <a:rPr lang="en-US" sz="2000" dirty="0" err="1"/>
              <a:t>xr</a:t>
            </a:r>
            <a:r>
              <a:rPr lang="en-US" sz="2000" dirty="0"/>
              <a:t>-- indicates that the owner has read, write, and execute permissions, the group has read and execute permissions, and others have only read permissions.</a:t>
            </a:r>
          </a:p>
          <a:p>
            <a:pPr marL="342900" indent="-342900">
              <a:buFont typeface="Arial" panose="020B0604020202020204" pitchFamily="34" charset="0"/>
              <a:buChar char="•"/>
            </a:pPr>
            <a:r>
              <a:rPr lang="en-US" sz="2000" dirty="0"/>
              <a:t>Another example, </a:t>
            </a:r>
            <a:r>
              <a:rPr lang="en-US" sz="2000" dirty="0" err="1"/>
              <a:t>rw</a:t>
            </a:r>
            <a:r>
              <a:rPr lang="en-US" sz="2000" dirty="0"/>
              <a:t>-r-----, shows that the owner can read and write, the group can read, and others have no permissions.</a:t>
            </a:r>
            <a:endParaRPr lang="en-US" sz="2000" dirty="0"/>
          </a:p>
        </p:txBody>
      </p:sp>
    </p:spTree>
    <p:extLst>
      <p:ext uri="{BB962C8B-B14F-4D97-AF65-F5344CB8AC3E}">
        <p14:creationId xmlns:p14="http://schemas.microsoft.com/office/powerpoint/2010/main" val="340526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97873" y="261257"/>
            <a:ext cx="10572207" cy="3908762"/>
          </a:xfrm>
          <a:prstGeom prst="rect">
            <a:avLst/>
          </a:prstGeom>
          <a:noFill/>
        </p:spPr>
        <p:txBody>
          <a:bodyPr wrap="square" rtlCol="0">
            <a:spAutoFit/>
          </a:bodyPr>
          <a:lstStyle/>
          <a:p>
            <a:r>
              <a:rPr lang="en-US" sz="2400" dirty="0" smtClean="0">
                <a:latin typeface="Arial Black" panose="020B0A04020102020204" pitchFamily="34" charset="0"/>
              </a:rPr>
              <a:t>Here the question arises what decides the permission of the file system?</a:t>
            </a:r>
          </a:p>
          <a:p>
            <a:endParaRPr lang="en-US" dirty="0"/>
          </a:p>
          <a:p>
            <a:endParaRPr lang="en-US" dirty="0" smtClean="0"/>
          </a:p>
          <a:p>
            <a:r>
              <a:rPr lang="en-US" sz="2000" b="1" dirty="0"/>
              <a:t>umask</a:t>
            </a:r>
            <a:r>
              <a:rPr lang="en-US" sz="2000" b="1" dirty="0" smtClean="0"/>
              <a:t>:</a:t>
            </a:r>
          </a:p>
          <a:p>
            <a:endParaRPr lang="en-US" dirty="0"/>
          </a:p>
          <a:p>
            <a:r>
              <a:rPr lang="en-US" dirty="0" smtClean="0"/>
              <a:t> </a:t>
            </a:r>
            <a:r>
              <a:rPr lang="en-US" dirty="0"/>
              <a:t>The umask (user file creation mask) is a setting that determines the default permissions applied when a new file or directory is created. It acts as a filter that removes specified permissions from the default permissions. For instance, if the umask is set to 022, the default permissions for a newly created file will be 644 (rw-r--r--), as the mask removes the write permission for group and others.</a:t>
            </a:r>
          </a:p>
          <a:p>
            <a:endParaRPr lang="en-US" dirty="0" smtClean="0"/>
          </a:p>
          <a:p>
            <a:r>
              <a:rPr lang="en-US" dirty="0" smtClean="0"/>
              <a:t>For non executable files the maximum permissions are 666 and for directories the maximum permissions are 777 , for executable files we need to set the permissions as 755 or anything to execute them.</a:t>
            </a:r>
            <a:endParaRPr lang="en-IN" dirty="0"/>
          </a:p>
        </p:txBody>
      </p:sp>
    </p:spTree>
    <p:extLst>
      <p:ext uri="{BB962C8B-B14F-4D97-AF65-F5344CB8AC3E}">
        <p14:creationId xmlns:p14="http://schemas.microsoft.com/office/powerpoint/2010/main" val="2330851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84663" y="296091"/>
            <a:ext cx="10807337" cy="5663089"/>
          </a:xfrm>
          <a:prstGeom prst="rect">
            <a:avLst/>
          </a:prstGeom>
          <a:noFill/>
        </p:spPr>
        <p:txBody>
          <a:bodyPr wrap="square" rtlCol="0">
            <a:spAutoFit/>
          </a:bodyPr>
          <a:lstStyle/>
          <a:p>
            <a:r>
              <a:rPr lang="en-US" sz="2000" b="1" dirty="0" smtClean="0"/>
              <a:t>HOW TO USE COMMANDS TO CHANGE THE FILE PERMISSIONS</a:t>
            </a:r>
          </a:p>
          <a:p>
            <a:endParaRPr lang="en-US" dirty="0" smtClean="0"/>
          </a:p>
          <a:p>
            <a:endParaRPr lang="en-US" dirty="0" smtClean="0"/>
          </a:p>
          <a:p>
            <a:r>
              <a:rPr lang="en-IN" dirty="0" smtClean="0"/>
              <a:t>1) Using </a:t>
            </a:r>
            <a:r>
              <a:rPr lang="en-IN" dirty="0"/>
              <a:t>symbolic notation:</a:t>
            </a:r>
          </a:p>
          <a:p>
            <a:endParaRPr lang="en-US" dirty="0"/>
          </a:p>
          <a:p>
            <a:r>
              <a:rPr lang="en-US" dirty="0" smtClean="0"/>
              <a:t>	chmod </a:t>
            </a:r>
            <a:r>
              <a:rPr lang="en-US" dirty="0"/>
              <a:t>u+x script.sh  # Grants execute permission to the owner of the script.</a:t>
            </a:r>
          </a:p>
          <a:p>
            <a:r>
              <a:rPr lang="en-US" dirty="0" smtClean="0"/>
              <a:t>	chmod </a:t>
            </a:r>
            <a:r>
              <a:rPr lang="en-US" dirty="0"/>
              <a:t>go-w file.txt  # Removes write permission from both group and others</a:t>
            </a:r>
            <a:r>
              <a:rPr lang="en-US" dirty="0" smtClean="0"/>
              <a:t>.</a:t>
            </a:r>
          </a:p>
          <a:p>
            <a:endParaRPr lang="en-US" dirty="0" smtClean="0"/>
          </a:p>
          <a:p>
            <a:r>
              <a:rPr lang="en-US" dirty="0" smtClean="0"/>
              <a:t>2) </a:t>
            </a:r>
            <a:r>
              <a:rPr lang="en-IN" dirty="0"/>
              <a:t>Using octal notation:</a:t>
            </a:r>
          </a:p>
          <a:p>
            <a:endParaRPr lang="en-US" dirty="0" smtClean="0"/>
          </a:p>
          <a:p>
            <a:r>
              <a:rPr lang="en-US" dirty="0" smtClean="0"/>
              <a:t>    	chmod </a:t>
            </a:r>
            <a:r>
              <a:rPr lang="en-US" dirty="0"/>
              <a:t>755 directory/  # Gives read, write, and execute permissions to owner, and read and execute permissions to group and others.</a:t>
            </a:r>
          </a:p>
          <a:p>
            <a:r>
              <a:rPr lang="en-US" dirty="0" smtClean="0"/>
              <a:t>	chmod </a:t>
            </a:r>
            <a:r>
              <a:rPr lang="en-US" dirty="0"/>
              <a:t>644 file.txt    # Gives read and write permissions to owner, and read-only permissions to group and others.</a:t>
            </a:r>
          </a:p>
          <a:p>
            <a:endParaRPr lang="en-US" dirty="0" smtClean="0"/>
          </a:p>
          <a:p>
            <a:endParaRPr lang="en-US" dirty="0"/>
          </a:p>
          <a:p>
            <a:endParaRPr lang="en-US" dirty="0" smtClean="0"/>
          </a:p>
          <a:p>
            <a:endParaRPr lang="en-US" dirty="0"/>
          </a:p>
          <a:p>
            <a:endParaRPr lang="en-US" dirty="0" smtClean="0"/>
          </a:p>
          <a:p>
            <a:endParaRPr lang="en-US" dirty="0" smtClean="0"/>
          </a:p>
        </p:txBody>
      </p:sp>
    </p:spTree>
    <p:extLst>
      <p:ext uri="{BB962C8B-B14F-4D97-AF65-F5344CB8AC3E}">
        <p14:creationId xmlns:p14="http://schemas.microsoft.com/office/powerpoint/2010/main" val="1540531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06583" y="217714"/>
            <a:ext cx="10685417" cy="3693319"/>
          </a:xfrm>
          <a:prstGeom prst="rect">
            <a:avLst/>
          </a:prstGeom>
          <a:noFill/>
        </p:spPr>
        <p:txBody>
          <a:bodyPr wrap="square" rtlCol="0">
            <a:spAutoFit/>
          </a:bodyPr>
          <a:lstStyle/>
          <a:p>
            <a:r>
              <a:rPr lang="en-US" dirty="0"/>
              <a:t>3) User Ownership and Group Ownership:</a:t>
            </a:r>
          </a:p>
          <a:p>
            <a:endParaRPr lang="en-US" dirty="0"/>
          </a:p>
          <a:p>
            <a:r>
              <a:rPr lang="en-US" dirty="0"/>
              <a:t>	User Ownership: Refers to the user who owns the file, typically the user who created it.</a:t>
            </a:r>
          </a:p>
          <a:p>
            <a:r>
              <a:rPr lang="en-US" b="1" dirty="0"/>
              <a:t> 	</a:t>
            </a:r>
            <a:r>
              <a:rPr lang="en-US" dirty="0"/>
              <a:t>Group Ownership: Denotes the group associated with the file, allowing members of that group certain permissions.</a:t>
            </a:r>
          </a:p>
          <a:p>
            <a:endParaRPr lang="en-IN" dirty="0" smtClean="0"/>
          </a:p>
          <a:p>
            <a:endParaRPr lang="en-IN" dirty="0"/>
          </a:p>
          <a:p>
            <a:r>
              <a:rPr lang="en-IN" dirty="0" smtClean="0"/>
              <a:t>Example</a:t>
            </a:r>
            <a:r>
              <a:rPr lang="en-IN" dirty="0"/>
              <a:t>:</a:t>
            </a:r>
            <a:endParaRPr lang="en-US" dirty="0" smtClean="0"/>
          </a:p>
          <a:p>
            <a:endParaRPr lang="en-US" dirty="0"/>
          </a:p>
          <a:p>
            <a:r>
              <a:rPr lang="en-US" dirty="0"/>
              <a:t>-rw-r--r-- 1 john users 4096 May  9 10:00 example.txt</a:t>
            </a:r>
          </a:p>
          <a:p>
            <a:endParaRPr lang="en-US" dirty="0" smtClean="0"/>
          </a:p>
          <a:p>
            <a:r>
              <a:rPr lang="en-US" dirty="0"/>
              <a:t>In this example, "john" is the user owner, "users" is the group owner, and "example.txt" is the file name. The root user can override any permissions and access this file regardless of its ownership.</a:t>
            </a:r>
            <a:endParaRPr lang="en-IN" dirty="0"/>
          </a:p>
        </p:txBody>
      </p:sp>
    </p:spTree>
    <p:extLst>
      <p:ext uri="{BB962C8B-B14F-4D97-AF65-F5344CB8AC3E}">
        <p14:creationId xmlns:p14="http://schemas.microsoft.com/office/powerpoint/2010/main" val="109642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15589" y="156754"/>
            <a:ext cx="10476411" cy="6278642"/>
          </a:xfrm>
          <a:prstGeom prst="rect">
            <a:avLst/>
          </a:prstGeom>
          <a:noFill/>
        </p:spPr>
        <p:txBody>
          <a:bodyPr wrap="square" rtlCol="0">
            <a:spAutoFit/>
          </a:bodyPr>
          <a:lstStyle/>
          <a:p>
            <a:r>
              <a:rPr lang="en-US" sz="2000" b="1" dirty="0"/>
              <a:t>what are the special permissions , why do we need </a:t>
            </a:r>
            <a:r>
              <a:rPr lang="en-US" sz="2000" b="1" dirty="0" smtClean="0"/>
              <a:t>them?</a:t>
            </a:r>
          </a:p>
          <a:p>
            <a:endParaRPr lang="en-US" sz="2000" b="1" dirty="0"/>
          </a:p>
          <a:p>
            <a:r>
              <a:rPr lang="en-US" dirty="0"/>
              <a:t>Special permissions in Linux refer to additional permissions beyond the standard read, write, and execute permissions. These special permissions provide finer control over file access and manipulation. The most common special permissions are</a:t>
            </a:r>
            <a:r>
              <a:rPr lang="en-US" dirty="0" smtClean="0"/>
              <a:t>:</a:t>
            </a:r>
          </a:p>
          <a:p>
            <a:endParaRPr lang="en-US" sz="2000" b="1" dirty="0"/>
          </a:p>
          <a:p>
            <a:r>
              <a:rPr lang="en-US" b="1" dirty="0"/>
              <a:t>Set User ID (SUID)</a:t>
            </a:r>
            <a:r>
              <a:rPr lang="en-US" dirty="0"/>
              <a:t>: When a file is set with SUID, it allows users to execute the file with the permissions of the file's owner rather than their own permissions. This is particularly useful for programs that need to run with elevated privileges</a:t>
            </a:r>
            <a:r>
              <a:rPr lang="en-US" dirty="0" smtClean="0"/>
              <a:t>.</a:t>
            </a:r>
            <a:endParaRPr lang="en-US" sz="2000" b="1" dirty="0" smtClean="0"/>
          </a:p>
          <a:p>
            <a:r>
              <a:rPr lang="en-US" b="1" dirty="0"/>
              <a:t>Example</a:t>
            </a:r>
            <a:r>
              <a:rPr lang="en-US" b="1" dirty="0" smtClean="0"/>
              <a:t>:</a:t>
            </a:r>
            <a:endParaRPr lang="en-US" dirty="0" smtClean="0"/>
          </a:p>
          <a:p>
            <a:r>
              <a:rPr lang="en-US" dirty="0" smtClean="0"/>
              <a:t>Consider </a:t>
            </a:r>
            <a:r>
              <a:rPr lang="en-US" dirty="0"/>
              <a:t>a system utility /usr/bin/</a:t>
            </a:r>
            <a:r>
              <a:rPr lang="en-US" dirty="0" err="1"/>
              <a:t>passwd</a:t>
            </a:r>
            <a:r>
              <a:rPr lang="en-US" dirty="0"/>
              <a:t> that allows users to change their passwords.</a:t>
            </a:r>
          </a:p>
          <a:p>
            <a:r>
              <a:rPr lang="en-US" dirty="0"/>
              <a:t>This utility requires access to sensitive system files (e.g., /</a:t>
            </a:r>
            <a:r>
              <a:rPr lang="en-US" dirty="0" err="1"/>
              <a:t>etc</a:t>
            </a:r>
            <a:r>
              <a:rPr lang="en-US" dirty="0"/>
              <a:t>/shadow) which are typically only accessible by the root user.</a:t>
            </a:r>
          </a:p>
          <a:p>
            <a:endParaRPr lang="en-US" dirty="0" smtClean="0"/>
          </a:p>
          <a:p>
            <a:r>
              <a:rPr lang="en-US" dirty="0" smtClean="0"/>
              <a:t>To </a:t>
            </a:r>
            <a:r>
              <a:rPr lang="en-US" dirty="0"/>
              <a:t>allow non-privileged users to execute /usr/bin/</a:t>
            </a:r>
            <a:r>
              <a:rPr lang="en-US" dirty="0" err="1"/>
              <a:t>passwd</a:t>
            </a:r>
            <a:r>
              <a:rPr lang="en-US" dirty="0"/>
              <a:t> and change their passwords, while still accessing the necessary system files, set the SUID permission:</a:t>
            </a:r>
          </a:p>
          <a:p>
            <a:r>
              <a:rPr lang="en-US" dirty="0"/>
              <a:t/>
            </a:r>
            <a:br>
              <a:rPr lang="en-US" dirty="0"/>
            </a:br>
            <a:r>
              <a:rPr lang="en-US" dirty="0"/>
              <a:t>$ </a:t>
            </a:r>
            <a:r>
              <a:rPr lang="en-US" dirty="0" err="1"/>
              <a:t>sudo</a:t>
            </a:r>
            <a:r>
              <a:rPr lang="en-US" dirty="0"/>
              <a:t> chmod </a:t>
            </a:r>
            <a:r>
              <a:rPr lang="en-US" dirty="0" err="1"/>
              <a:t>u+s</a:t>
            </a:r>
            <a:r>
              <a:rPr lang="en-US" dirty="0"/>
              <a:t> /</a:t>
            </a:r>
            <a:r>
              <a:rPr lang="en-US" dirty="0" smtClean="0"/>
              <a:t>usr/bin/</a:t>
            </a:r>
            <a:r>
              <a:rPr lang="en-US" dirty="0" err="1" smtClean="0"/>
              <a:t>passwd</a:t>
            </a:r>
            <a:endParaRPr lang="en-US" dirty="0" smtClean="0"/>
          </a:p>
          <a:p>
            <a:endParaRPr lang="en-US" dirty="0"/>
          </a:p>
          <a:p>
            <a:r>
              <a:rPr lang="en-US" dirty="0"/>
              <a:t>Now, when a user executes /usr/bin/</a:t>
            </a:r>
            <a:r>
              <a:rPr lang="en-US" dirty="0" err="1"/>
              <a:t>passwd</a:t>
            </a:r>
            <a:r>
              <a:rPr lang="en-US" dirty="0"/>
              <a:t>, the program runs with the permissions of the root user, allowing it to access and modify system files securely without compromising system integrity.</a:t>
            </a:r>
          </a:p>
          <a:p>
            <a:endParaRPr lang="en-US" dirty="0"/>
          </a:p>
        </p:txBody>
      </p:sp>
    </p:spTree>
    <p:extLst>
      <p:ext uri="{BB962C8B-B14F-4D97-AF65-F5344CB8AC3E}">
        <p14:creationId xmlns:p14="http://schemas.microsoft.com/office/powerpoint/2010/main" val="3836567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9829" y="191589"/>
            <a:ext cx="10842171" cy="5355312"/>
          </a:xfrm>
          <a:prstGeom prst="rect">
            <a:avLst/>
          </a:prstGeom>
          <a:noFill/>
        </p:spPr>
        <p:txBody>
          <a:bodyPr wrap="square" rtlCol="0">
            <a:spAutoFit/>
          </a:bodyPr>
          <a:lstStyle/>
          <a:p>
            <a:r>
              <a:rPr lang="en-US" b="1" dirty="0"/>
              <a:t>Set Group ID (SGID)</a:t>
            </a:r>
            <a:r>
              <a:rPr lang="en-US" dirty="0"/>
              <a:t>: </a:t>
            </a:r>
            <a:endParaRPr lang="en-US" dirty="0" smtClean="0"/>
          </a:p>
          <a:p>
            <a:endParaRPr lang="en-US" dirty="0"/>
          </a:p>
          <a:p>
            <a:r>
              <a:rPr lang="en-US" dirty="0" smtClean="0"/>
              <a:t>Similar </a:t>
            </a:r>
            <a:r>
              <a:rPr lang="en-US" dirty="0"/>
              <a:t>to SUID, SGID allows users to execute a file with the permissions of the file's group owner instead of their own group permissions. SGID is often used for files or directories shared by multiple users, ensuring consistent access rights.</a:t>
            </a:r>
          </a:p>
          <a:p>
            <a:endParaRPr lang="en-US" dirty="0" smtClean="0"/>
          </a:p>
          <a:p>
            <a:r>
              <a:rPr lang="en-US" b="1" dirty="0"/>
              <a:t>Example</a:t>
            </a:r>
            <a:r>
              <a:rPr lang="en-US" dirty="0"/>
              <a:t>: </a:t>
            </a:r>
            <a:endParaRPr lang="en-US" dirty="0"/>
          </a:p>
          <a:p>
            <a:endParaRPr lang="en-US" dirty="0"/>
          </a:p>
          <a:p>
            <a:r>
              <a:rPr lang="en-US" dirty="0" smtClean="0"/>
              <a:t>Imagine </a:t>
            </a:r>
            <a:r>
              <a:rPr lang="en-US" dirty="0"/>
              <a:t>a scenario where a group of developers work on a shared project directory /</a:t>
            </a:r>
            <a:r>
              <a:rPr lang="en-US" dirty="0" err="1"/>
              <a:t>srv</a:t>
            </a:r>
            <a:r>
              <a:rPr lang="en-US" dirty="0"/>
              <a:t>/project.</a:t>
            </a:r>
          </a:p>
          <a:p>
            <a:r>
              <a:rPr lang="en-US" dirty="0"/>
              <a:t>The project directory needs to maintain consistent group ownership and permissions, ensuring that all files created within it inherit the group ownership of the directory</a:t>
            </a:r>
            <a:r>
              <a:rPr lang="en-US" dirty="0" smtClean="0"/>
              <a:t>.</a:t>
            </a:r>
            <a:endParaRPr lang="en-US" dirty="0"/>
          </a:p>
          <a:p>
            <a:endParaRPr lang="en-US" dirty="0" smtClean="0"/>
          </a:p>
          <a:p>
            <a:r>
              <a:rPr lang="en-US" dirty="0" smtClean="0"/>
              <a:t>To </a:t>
            </a:r>
            <a:r>
              <a:rPr lang="en-US" dirty="0"/>
              <a:t>achieve this, set the SGID permission on the project directory:</a:t>
            </a:r>
          </a:p>
          <a:p>
            <a:endParaRPr lang="en-US" dirty="0" smtClean="0"/>
          </a:p>
          <a:p>
            <a:r>
              <a:rPr lang="en-IN" dirty="0"/>
              <a:t>$ </a:t>
            </a:r>
            <a:r>
              <a:rPr lang="en-IN" dirty="0" err="1"/>
              <a:t>sudo</a:t>
            </a:r>
            <a:r>
              <a:rPr lang="en-IN" dirty="0"/>
              <a:t> </a:t>
            </a:r>
            <a:r>
              <a:rPr lang="en-IN" dirty="0" err="1"/>
              <a:t>chmod</a:t>
            </a:r>
            <a:r>
              <a:rPr lang="en-IN" dirty="0"/>
              <a:t> </a:t>
            </a:r>
            <a:r>
              <a:rPr lang="en-IN" dirty="0" err="1"/>
              <a:t>g+s</a:t>
            </a:r>
            <a:r>
              <a:rPr lang="en-IN" dirty="0"/>
              <a:t> /</a:t>
            </a:r>
            <a:r>
              <a:rPr lang="en-IN" dirty="0" err="1"/>
              <a:t>srv</a:t>
            </a:r>
            <a:r>
              <a:rPr lang="en-IN" dirty="0"/>
              <a:t>/project</a:t>
            </a:r>
          </a:p>
          <a:p>
            <a:endParaRPr lang="en-US" dirty="0" smtClean="0"/>
          </a:p>
          <a:p>
            <a:r>
              <a:rPr lang="en-US" dirty="0"/>
              <a:t>Now, when any user creates a new file or directory within /</a:t>
            </a:r>
            <a:r>
              <a:rPr lang="en-US" dirty="0" err="1"/>
              <a:t>srv</a:t>
            </a:r>
            <a:r>
              <a:rPr lang="en-US" dirty="0"/>
              <a:t>/project, it will inherit the group ownership of the project directory, ensuring collaboration without manual adjustments.</a:t>
            </a:r>
          </a:p>
          <a:p>
            <a:endParaRPr lang="en-IN" dirty="0"/>
          </a:p>
        </p:txBody>
      </p:sp>
    </p:spTree>
    <p:extLst>
      <p:ext uri="{BB962C8B-B14F-4D97-AF65-F5344CB8AC3E}">
        <p14:creationId xmlns:p14="http://schemas.microsoft.com/office/powerpoint/2010/main" val="2652893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6914" y="174171"/>
            <a:ext cx="10755086" cy="6186309"/>
          </a:xfrm>
          <a:prstGeom prst="rect">
            <a:avLst/>
          </a:prstGeom>
          <a:noFill/>
        </p:spPr>
        <p:txBody>
          <a:bodyPr wrap="square" rtlCol="0">
            <a:spAutoFit/>
          </a:bodyPr>
          <a:lstStyle/>
          <a:p>
            <a:r>
              <a:rPr lang="en-US" b="1" dirty="0"/>
              <a:t>Sticky Bit</a:t>
            </a:r>
            <a:r>
              <a:rPr lang="en-US" dirty="0" smtClean="0"/>
              <a:t>:</a:t>
            </a:r>
          </a:p>
          <a:p>
            <a:endParaRPr lang="en-US" dirty="0"/>
          </a:p>
          <a:p>
            <a:r>
              <a:rPr lang="en-US" dirty="0" smtClean="0"/>
              <a:t> </a:t>
            </a:r>
            <a:r>
              <a:rPr lang="en-US" dirty="0"/>
              <a:t>When the sticky bit is set on a directory, it restricts the deletion of files within that directory to the file's owner, the directory's owner, or the root user. This is commonly used on directories such as /</a:t>
            </a:r>
            <a:r>
              <a:rPr lang="en-US" dirty="0" err="1"/>
              <a:t>tmp</a:t>
            </a:r>
            <a:r>
              <a:rPr lang="en-US" dirty="0"/>
              <a:t> to prevent users from deleting each other's files.</a:t>
            </a:r>
          </a:p>
          <a:p>
            <a:endParaRPr lang="en-US" dirty="0" smtClean="0"/>
          </a:p>
          <a:p>
            <a:r>
              <a:rPr lang="en-US" dirty="0"/>
              <a:t>Sticky Bit:</a:t>
            </a:r>
          </a:p>
          <a:p>
            <a:r>
              <a:rPr lang="en-US" dirty="0"/>
              <a:t/>
            </a:r>
            <a:br>
              <a:rPr lang="en-US" dirty="0"/>
            </a:br>
            <a:r>
              <a:rPr lang="en-US" dirty="0"/>
              <a:t>Example: Consider a shared directory /</a:t>
            </a:r>
            <a:r>
              <a:rPr lang="en-US" dirty="0" err="1"/>
              <a:t>srv</a:t>
            </a:r>
            <a:r>
              <a:rPr lang="en-US" dirty="0"/>
              <a:t>/shared where multiple users have read, write, and execute permissions.</a:t>
            </a:r>
          </a:p>
          <a:p>
            <a:r>
              <a:rPr lang="en-US" dirty="0"/>
              <a:t>To prevent users from deleting each other's files within this directory, you can set the sticky bit:</a:t>
            </a:r>
          </a:p>
          <a:p>
            <a:r>
              <a:rPr lang="en-US" dirty="0"/>
              <a:t/>
            </a:r>
            <a:br>
              <a:rPr lang="en-US" dirty="0"/>
            </a:br>
            <a:r>
              <a:rPr lang="en-US" dirty="0"/>
              <a:t>$ </a:t>
            </a:r>
            <a:r>
              <a:rPr lang="en-US" dirty="0" err="1"/>
              <a:t>sudo</a:t>
            </a:r>
            <a:r>
              <a:rPr lang="en-US" dirty="0"/>
              <a:t> chmod +t /</a:t>
            </a:r>
            <a:r>
              <a:rPr lang="en-US" dirty="0" err="1"/>
              <a:t>srv</a:t>
            </a:r>
            <a:r>
              <a:rPr lang="en-US" dirty="0"/>
              <a:t>/shared</a:t>
            </a:r>
          </a:p>
          <a:p>
            <a:r>
              <a:rPr lang="en-US" dirty="0"/>
              <a:t/>
            </a:r>
            <a:br>
              <a:rPr lang="en-US" dirty="0"/>
            </a:br>
            <a:r>
              <a:rPr lang="en-US" dirty="0"/>
              <a:t>Now, when the sticky bit is set on /</a:t>
            </a:r>
            <a:r>
              <a:rPr lang="en-US" dirty="0" err="1"/>
              <a:t>srv</a:t>
            </a:r>
            <a:r>
              <a:rPr lang="en-US" dirty="0"/>
              <a:t>/shared, users can create, modify, and delete their own files within the directory, but they cannot delete files owned by other users.</a:t>
            </a:r>
          </a:p>
          <a:p>
            <a:endParaRPr lang="en-US" dirty="0" smtClean="0"/>
          </a:p>
          <a:p>
            <a:r>
              <a:rPr lang="en-US" dirty="0" smtClean="0"/>
              <a:t>This </a:t>
            </a:r>
            <a:r>
              <a:rPr lang="en-US" dirty="0"/>
              <a:t>ensures that users can collaborate within the shared directory without inadvertently deleting each other's files.</a:t>
            </a:r>
          </a:p>
          <a:p>
            <a:endParaRPr lang="en-US" dirty="0" smtClean="0"/>
          </a:p>
          <a:p>
            <a:r>
              <a:rPr lang="en-US" dirty="0" smtClean="0"/>
              <a:t>In </a:t>
            </a:r>
            <a:r>
              <a:rPr lang="en-US" dirty="0"/>
              <a:t>summary, the sticky bit ensures that only the file owner, directory owner, or the root user can delete a file within a directory, providing an additional layer of security in shared directories.</a:t>
            </a:r>
          </a:p>
          <a:p>
            <a:endParaRPr lang="en-US" dirty="0"/>
          </a:p>
        </p:txBody>
      </p:sp>
    </p:spTree>
    <p:extLst>
      <p:ext uri="{BB962C8B-B14F-4D97-AF65-F5344CB8AC3E}">
        <p14:creationId xmlns:p14="http://schemas.microsoft.com/office/powerpoint/2010/main" val="338993144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193</TotalTime>
  <Words>825</Words>
  <Application>Microsoft Office PowerPoint</Application>
  <PresentationFormat>Widescreen</PresentationFormat>
  <Paragraphs>93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Black</vt:lpstr>
      <vt:lpstr>Gill Sans MT</vt:lpstr>
      <vt:lpstr>Gallery</vt:lpstr>
      <vt:lpstr>LINUX PERMISSIONS</vt:lpstr>
      <vt:lpstr>Why do we need permissions?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PERMISSIONS</dc:title>
  <dc:creator>Dell</dc:creator>
  <cp:lastModifiedBy>Dell</cp:lastModifiedBy>
  <cp:revision>11</cp:revision>
  <dcterms:created xsi:type="dcterms:W3CDTF">2024-05-10T11:24:26Z</dcterms:created>
  <dcterms:modified xsi:type="dcterms:W3CDTF">2024-05-10T14:38:25Z</dcterms:modified>
</cp:coreProperties>
</file>